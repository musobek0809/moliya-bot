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0"/>
            <a:ext cx="4379976" cy="5989320"/>
          </a:xfrm>
          <a:prstGeom prst="rect">
            <a:avLst/>
          </a:prstGeom>
          <a:solidFill>
            <a:srgbClr val="E8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058853" cy="5440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148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МЕҲМОНХОНАЛАР УЧУН СОТУВ ПРЕЗЕНТАЦИЯСИ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69494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HOTEL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6949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Хонага етказиш, лифт, 24/7 room-service ва қоридор тозалаш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6675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Биз оддий импортёр эмасмиз. Биз — Robotics Solutions Partner.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69494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«Сиз технологияни ўз объектингизда синаб, меҳмонхона бизнесига реал фойдасини кўрасиз.»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    ·    Robotics Solutions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БОЗОР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Меҳмонхона нимадан йўқотишмоқда?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Кечки bell-boy, секин room-service ва нотекис клининг — шарҳ ва кайта меҳмонни уради.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Room-service секин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Меҳмон 20–40 дақиқа кутади. Қайта буюртма ва шарҳ пасаяди.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Лифт ва қаватлар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Ходим қаватма-қават югуради. Пикда (чек-ин, туй, конференция) одам етмайди.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Кеча сменаси қиммат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03:00 да сув, таклиф, кўрпа — одам чақириш қиммат, рад этиш эса хавфли.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WOW йўқ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5* меҳмон технология ва махфийликни кутади. Рақобатчида робот бор — сизда йўқ.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ЁНДАШУВ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Нега STARLAB — меҳмонхона ҳамкори?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Лифт, кириш назорати, F&amp;B ва housekeeping битта лойиҳада.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Объектда синов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Аввал ўз/пилот объектида харита ва лифт интеграциясини текширамиз. Сизга тайёр сценарий.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Бино билан ишлаш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Лифт (KONE, OTIS ва б.), турникет, қават харитаси — лойиҳавий интеграция.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Маҳаллий сервис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Ўзбекистонда ўрнатиш, кафолат, эҳтиёт қисм, 24/7 қўллаб-қувватлаш.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Hotel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Меҳмон олдида бренд: махфий етказиш, овоз, экран, соатбай ишонч.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ЛИНИЯ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Меҳмонхона учун роботлар оиласи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Қаватлараро логистика, F&amp;B, кутиб олиш ва клининг — битта парк.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FlashBot Max</a:t>
            </a:r>
          </a:p>
        </p:txBody>
      </p:sp>
      <p:pic>
        <p:nvPicPr>
          <p:cNvPr id="13" name="Picture 12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400"/>
            <a:ext cx="1208118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Хонага махфий етказиш
Ёпиқ бўлинма · лифт
VSLAM+ · 40 кг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7055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7055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0207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BellaBot / PuduBot 2</a:t>
            </a:r>
          </a:p>
        </p:txBody>
      </p:sp>
      <p:pic>
        <p:nvPicPr>
          <p:cNvPr id="18" name="Picture 17" descr="b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223" y="2057400"/>
            <a:ext cx="1790700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78495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 ва lobby F&amp;B
Очиқ токчалар
Зал ва бар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8351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8351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1503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pic>
        <p:nvPicPr>
          <p:cNvPr id="23" name="Picture 22" descr="ket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19" y="2057400"/>
            <a:ext cx="1637558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9791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Ресепшн ва акция
Экран 18,5"
Меҳмонни кузатиш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9647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9647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799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Butler W3 типи</a:t>
            </a:r>
          </a:p>
        </p:txBody>
      </p:sp>
      <p:pic>
        <p:nvPicPr>
          <p:cNvPr id="28" name="Picture 27" descr="pudu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815" y="2057400"/>
            <a:ext cx="1651260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21087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 бўлинма, икки баробар
Аменети ва кир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50943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0943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4095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pic>
        <p:nvPicPr>
          <p:cNvPr id="33" name="Picture 32" descr="c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111" y="2057400"/>
            <a:ext cx="1208118" cy="21488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2383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Қоридор ва лобби
4-в-1 клининг
Кеча сменаси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FlashBot Max — хона эшигигача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PUDU FlashBot Max: қаватлараро, лифт ва ярим очиқ зоналар (бассейн, сад).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3246120" cy="512064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2724693" cy="4846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03320" y="1234440"/>
            <a:ext cx="4434840" cy="512064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371600"/>
            <a:ext cx="4160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Ёпиқ бўлинмалар: 2–4, созланади; қаватга ~10 кг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IoT: лифт, турникет — қўлсиз ўтиш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Булутли лифт ечими: кўп ҳолларда лифтни кесиш шарт эмас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VSLAM+ + LiDAR: лобби, қоридор, ярим очиқ йўлак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Махфий бериш: меҳмон код/илова орқали очади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Тезлик 0,5–1,2 м/с, габарит ~538 × 534 × 1052 мм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24/7: сув, аменети, егулик, ҳужжат, кир-юв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Кўп робот: ресепшн, F&amp;B ва housekeeping бирга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Ўлчам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538 × 534 × 1052 мм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39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4703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Оғирлик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3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≈ 60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Юк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10 кг / қават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39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04703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Бўлинма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3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2–4, созланади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VSLAM+ / LiDAR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703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Тезлик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3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0,5–1,2 м/с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Лифт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IoT / булут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39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04703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Зона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4703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ичкари + ярим очиқ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F&amp;B ва ресепшн: BellaBot, PuduBot 2, KettyBot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94310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BellaBot / PuduBot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Меҳмонхона ресторани, lobby-bar, конференция-кофе-брейк. 40 кг, 4 токча. Меҳмон ва иштирокчиларга таом етказиш — официант банкетга қайтади.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et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776925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Ресепшн олдида кутиб олади, лифт/зал йўлини кўрсатади, экранда SPA, ресторан, upsell. Тор лоббида 52–55 см йўлак етарли.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Housekeeping: CC1 Pro ва юк роботлари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310937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 — қоридор стандарти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Супуриш, ювиш, вакуум, артиш. 3D кўриш — чемодан ва меҳмондан ўтади. График: кеча сменаси, автозаряд. Вена International каби объектларда кеча-ю кеча тоза қоридор.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310937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Юк ва аменети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FlashBot / butler: сочиқ, халат, минибар, кир халтаси. T600 типидаги платформалар — омбор ва back-of-house. Housekeeping аравасини қисқартириш.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ТАҚҚОСЛАШ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Қайси робот қайси зонага?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9202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49047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25880"/>
            <a:ext cx="23317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149047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Зона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325880"/>
            <a:ext cx="155448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49047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Юк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28600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9047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Махфийлик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325880"/>
            <a:ext cx="16916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49047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Лифт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325880"/>
            <a:ext cx="16459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4704" y="149047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Смена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39112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203704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FlashBot Max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039112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2203704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Хона, қаватлар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039112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2203704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39112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2203704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ёпиқ бўлинма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039112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2203704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ҳа, IoT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039112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203704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24/7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75234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2916936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BellaBot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752344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0864" y="2916936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 / lobby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2752344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2916936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752344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291693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очиқ токча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752344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3064" y="2916936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шарт эмас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2752344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4704" y="2916936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13+ соат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65576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363016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465576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0864" y="3630168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Ресепшн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3465576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72584" y="3630168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30 кг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465576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7064" y="363016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экран + токча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465576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3630168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зарур бўлса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3465576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4" y="3630168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8–12 соат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43434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Butler W3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4178808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40864" y="43434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Аменети / кир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417880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2584" y="4343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юқори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4178808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7064" y="4343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 бўлинма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4178808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3064" y="4343400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ҳа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49840" y="4178808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4704" y="43434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узоқ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892040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505663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4892040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40864" y="505663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Қоридор / лобби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4892040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72584" y="505663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клининг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4892040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505663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58200" y="4892040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3064" y="505663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зарур бўлса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49840" y="4892040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04704" y="505663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9 соат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АФЗАЛЛИК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Меҳмонхонага нима беради?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24/7 room-service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Тунги сув ва аменети — одамсиз, меҳмон кутмайди. RevPAR ва шарҳ ўсади.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Махфийлик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Ёпиқ бўлинма: минбар, ҳужжат, дори. Меҳмон эшикда одам кўрмайди.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Лифт юки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Bell-boy лифтда тиқилмайди. Check-in тўлқинида фронт офис нафас олади.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F&amp;B маржаси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 ва клуб: пикда робот, официант — VIP ва upsell.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Клининг стандарти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Қоридор ҳар кеча бир хил тоза. Аудит ва бренд-стандарт учун фото-далил.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Рақобат WOW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Instagram ва Booking шарҳларида «робот етказиб берди» — бепул маркетинг.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ИҚТИСОД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Қандай қайтади: мантиқ, намойиш рақам эмас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ROI — қават сони, room-service ҳажми ва клининг графигидан кейин. Қуйида мантиқ.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Тунги смена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Энг қиммат соатларда такрорий етказишни робот олади. Одам — фавқулодда ҳолатга.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Тезда жавоб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Room-service тезроқ = кўпроқ буюртма. Минибар эмас, жонли меню ишлайди.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Housekeeping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Қоридор клининги ва аменети рейслари — ходимни хона ичига қайтаради.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Бренд ва тариф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Технологик сервис — юқори сегмент ва корпоратив мижоз учун аргумент.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ЖОРИЙ ЭТИШ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 қадам: лифтдан сменагача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Аудит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Қаватлар, лифт бренди, Wi-Fi, қоридор кенглиги, room-service оқими.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 FlashBot + 1 қават. 7–14 кун: вақт, хато, меҳмон фикри.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Интеграция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Лифт, PMS/чақириш, овоз, бренд, ходим регламенти.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Парк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F&amp;B робот + клининг. ТО, кафолат, янги смена ўқитиш.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ХАВФСИЗЛИК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Меҳмон, чемодан ва бола ёнида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11338560" cy="498348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3D кўриш: чемодан, аравача, тўғридан-тўғри одам — тўхтайди.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Ёпиқ бўлинма + код: бошқа хонага очилмайди.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Лифт сценарийси: эшик, тўлиш, одам билан бирга юрганда қоидалар.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Автозаряд ва кеча режими: паст тезлик, паст овоз.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Кўп робот scheduler: лоббида тўқнашув йўқ.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РАҚОБАТ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Нега айнан шу линия?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 FlashBot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81328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Меҳмонхона ва бизнес-марказ учун қаватлараро логистика етакчиси.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42032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KEENON W3 / T9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Shangri-La, Sheraton, Hilton — butler ва етказиш. Сценарийларни биламиз.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41064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Bear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05072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Servi — ресторан/ошхона. F&amp;B зонасида қўшимча вариант.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65776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02936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266944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IT, тармоқ ва AI интеграцияси + Ўзбекистонда сервис. Robotics Solutions Partner.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ПАКЕТ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Сиз нима олиб кетасиз?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 йил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кафолат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4811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4811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сервис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3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1295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475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475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627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бренд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60320"/>
            <a:ext cx="8595360" cy="374903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FlashBot Max (ёки мос модель) + заряд станцияси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Қават харитаси, лифт лойиҳаси, навигация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Ресепшн, F&amp;B ва housekeeping ўқитиши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Меҳмон сценарийи ва бренд Robosant Hotel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1 йил кафолат, маҳаллий ТО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Кенгайтириш: зал роботлари, CC1 Pro, кўп қават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56032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697480"/>
            <a:ext cx="1953553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863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Кейинги қадам — 1 қаватда пилот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Лифт ва қоридорни кўрамиз, битта робот билан кеча сменасини ўлчаймиз.</a:t>
            </a:r>
          </a:p>
        </p:txBody>
      </p:sp>
      <p:pic>
        <p:nvPicPr>
          <p:cNvPr id="7" name="Picture 6" descr="f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5760"/>
            <a:ext cx="1310937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+998 71 200 19 99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info@starlab.uz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starlab.uz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Тошкент, Чилонзор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Пилот ва тижорий таклиф сўранг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