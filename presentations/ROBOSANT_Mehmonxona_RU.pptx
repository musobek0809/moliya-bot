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0"/>
            <a:ext cx="4379976" cy="5989320"/>
          </a:xfrm>
          <a:prstGeom prst="rect">
            <a:avLst/>
          </a:prstGeom>
          <a:solidFill>
            <a:srgbClr val="E8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058853" cy="5440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11480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ПРОДАЮЩАЯ ПРЕЗЕНТАЦИЯ ДЛЯ ГОСТИНИЦ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69494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 HOTEL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6949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Доставка в номер, лифт, room-service 24/7 и уборка коридоров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80360"/>
            <a:ext cx="6949440" cy="8686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99232"/>
            <a:ext cx="6675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Мы не обычный импортёр. Мы — Robotics Solutions Partner.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694944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«Вы тестируете технологию на своём объекте и видите реальную пользу для отеля.»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    ·    Robotics Solutions 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РЫНОК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Где отель теряет деньги и отзывы?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Ночной bell-boy, медленный room-service и неровный клининг бьют по повторному заезду.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45389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Медленный room-service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0136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Гость ждёт 20–40 минут. Повторный заказ и оценка на Booking падают.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5389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Лифты и этажи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0136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Персонал бегает по этажам. На пике (заезд, банкет, конференция) людей не хватает.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5760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78561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Дорогая ночь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13308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В 03:00 вода, плед, amenity — вызывать человека дорого, отказать ещё дороже.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78561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Нет WOW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13308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Гость 5* ждёт технологию и приватность. У конкурента робот есть — у вас нет.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ПОДХОД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Почему STARLAB — партнёр отеля?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Лифт, СКУД, F&amp;B и housekeeping — в одном проекте внедрения.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Пилот на объекте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Карту и лифт обкатываем на живом здании. Вам — рабочий сценарий, не шоу.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Работа с зданием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Лифт (KONE, OTIS и др.), турникеты, карта этажей — проектная интеграция.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Локальный сервис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Установка в Узбекистане, гарантия, ЗИП, поддержка 24/7.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 Hotel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Бренд для гостя: закрытая доставка, голос, экран, доверие ночью.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ЛИНЕЙКА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Семейство роботов для гостиницы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Межэтажная логистика, F&amp;B, встреча и клининг — один флот.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FlashBot Max</a:t>
            </a:r>
          </a:p>
        </p:txBody>
      </p:sp>
      <p:pic>
        <p:nvPicPr>
          <p:cNvPr id="13" name="Picture 12" descr="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57400"/>
            <a:ext cx="1208118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Приватная доставка в номер
Закрытый отсек · лифт
VSLAM+ · 40 кг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87055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87055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0207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BellaBot / PuduBot 2</a:t>
            </a:r>
          </a:p>
        </p:txBody>
      </p:sp>
      <p:pic>
        <p:nvPicPr>
          <p:cNvPr id="18" name="Picture 17" descr="bel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223" y="2057400"/>
            <a:ext cx="1790700" cy="2148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78495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Ресторан и lobby F&amp;B
Открытые полки
Зал и бар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08351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8351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1503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KettyBot Pro</a:t>
            </a:r>
          </a:p>
        </p:txBody>
      </p:sp>
      <p:pic>
        <p:nvPicPr>
          <p:cNvPr id="23" name="Picture 22" descr="ket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519" y="2057400"/>
            <a:ext cx="1637558" cy="21488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99791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Ресепшен и акции
Экран 18,5"
Сопровождение гостя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9647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9647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2799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Butler типа W3</a:t>
            </a:r>
          </a:p>
        </p:txBody>
      </p:sp>
      <p:pic>
        <p:nvPicPr>
          <p:cNvPr id="28" name="Picture 27" descr="pudu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815" y="2057400"/>
            <a:ext cx="1651260" cy="21488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21087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 отсека, двойной цикл
Amenity и бельё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50943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50943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4095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CC1 Pro</a:t>
            </a:r>
          </a:p>
        </p:txBody>
      </p:sp>
      <p:pic>
        <p:nvPicPr>
          <p:cNvPr id="33" name="Picture 32" descr="c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111" y="2057400"/>
            <a:ext cx="1208118" cy="21488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42383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Коридор и лобби
Клининг 4-в-1
Ночная смена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МОДЕЛЬ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FlashBot Max — до двери номера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PUDU FlashBot Max: этажи, лифт и полуоткрытые зоны (бассейн, сад).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34440"/>
            <a:ext cx="3246120" cy="512064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2724693" cy="4846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703320" y="1234440"/>
            <a:ext cx="4434840" cy="512064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371600"/>
            <a:ext cx="4160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Закрытые отсеки: 2–4, настраиваемые; ~10 кг на уровень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IoT: лифт и турникет без рук персонала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Облачный лифт: часто без врезки в шахту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VSLAM+ + LiDAR: лобби, коридор, полуоткрытый проход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Приватная выдача: гость открывает кодом / приложением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Скорость 0,5–1,2 м/с, габарит ~538 × 534 × 1052 мм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24/7: вода, amenity, еда, документы, бельё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Флот: ресепшен, F&amp;B и housekeeping вместе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23444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36245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Габарит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69164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538 × 534 × 1052 мм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39" y="123444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04703" y="136245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Вес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4703" y="169164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≈ 60 кг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51460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0184" y="264261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Нагрузка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97180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10 кг / уровень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39" y="251460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04703" y="264261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Отсеки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04703" y="297180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2–4, настраиваемые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79476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392277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Навигация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425196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VSLAM+ / LiDAR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9" y="379476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04703" y="392277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Скорость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4703" y="425196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0,5–1,2 м/с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507492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520293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Лифт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553212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IoT / облако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39" y="507492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04703" y="520293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Зона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04703" y="553212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внутри + полуоткрыто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МОДЕЛЬ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F&amp;B и ресепшен: BellaBot, PuduBot 2, KettyBot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94310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BellaBot / PuduBot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Ресторан отеля, lobby-bar, кофе-брейк конференции. 40 кг, 4 полки. Еда гостям и участникам — официант остаётся на банкете.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ket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1776925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6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KettyBot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Встречает у ресепшен, показывает путь, на экране SPA, ресторан, upsell. В узком лобби достаточно 52–55 см.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МОДЕЛЬ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Housekeeping: CC1 Pro и грузовые сценарии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310937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CC1 Pro — стандарт коридора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Подмет, мойка, вакуум, протирка. 3D-зрение обходит чемоданы и гостей. График ночью, автозаряд. Коридор одинаково чистый к утру.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1310937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6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Amenity и груз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FlashBot / butler: полотенца, халат, минибар, бельё. Складские платформы — back-of-house. Меньше тележек housekeeping в гостевой зоне.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СРАВНЕНИЕ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Какой робот в какую зону?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192024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490472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Модель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325880"/>
            <a:ext cx="233172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40864" y="1490472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Зона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325880"/>
            <a:ext cx="155448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490472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Нагрузка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28600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490472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Приватность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325880"/>
            <a:ext cx="169164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1490472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Лифт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1325880"/>
            <a:ext cx="164592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04704" y="1490472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Смена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39112"/>
            <a:ext cx="19202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203704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FlashBot Max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039112"/>
            <a:ext cx="23317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40864" y="2203704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Номер, этажи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2039112"/>
            <a:ext cx="155448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4" y="2203704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40 кг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039112"/>
            <a:ext cx="228600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7064" y="2203704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закрытый отсек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039112"/>
            <a:ext cx="16916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3064" y="2203704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да, IoT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2039112"/>
            <a:ext cx="16459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04704" y="2203704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24/7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752344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2916936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BellaBot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2752344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40864" y="2916936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Ресторан / lobby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2752344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72584" y="2916936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40 кг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752344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7064" y="2916936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открытые полки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752344"/>
            <a:ext cx="1691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13064" y="2916936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не обязательно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49840" y="2752344"/>
            <a:ext cx="1645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4704" y="2916936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13+ 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65576"/>
            <a:ext cx="19202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3630168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KettyBot Pro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3465576"/>
            <a:ext cx="23317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40864" y="3630168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Ресепшен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3465576"/>
            <a:ext cx="155448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72584" y="3630168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30 кг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465576"/>
            <a:ext cx="228600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27064" y="3630168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экран + полки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3465576"/>
            <a:ext cx="16916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3630168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по задаче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49840" y="3465576"/>
            <a:ext cx="16459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04704" y="3630168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8–12 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178808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" y="43434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Butler W3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0" y="4178808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40864" y="434340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Amenity / бельё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17720" y="4178808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72584" y="43434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высокая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4178808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27064" y="43434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 отсека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58200" y="4178808"/>
            <a:ext cx="1691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13064" y="4343400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да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49840" y="4178808"/>
            <a:ext cx="1645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04704" y="434340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длинная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892040"/>
            <a:ext cx="19202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624" y="5056632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CC1 Pro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0" y="4892040"/>
            <a:ext cx="23317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40864" y="5056632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Коридор / лобби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17720" y="4892040"/>
            <a:ext cx="155448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72584" y="5056632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клининг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2200" y="4892040"/>
            <a:ext cx="228600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27064" y="5056632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58200" y="4892040"/>
            <a:ext cx="16916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13064" y="5056632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по задаче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49840" y="4892040"/>
            <a:ext cx="16459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04704" y="5056632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9 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ВЫГОДА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Что получает гостиница?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4081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Room-service 24/7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7556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Ночная вода и amenity без вызова человека. Растут отзывы и повторный заезд.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2801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4081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Приватность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7556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Закрытый отсек: минибар, документы, аптека. У двери нет лишних глаз.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081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Разгрузка лифтов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7556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Bell-boy не застревает в шахте. На заезде фронт-офис дышит.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9227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Маржа F&amp;B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2702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В пике робот развозит, официант работает с VIP и upsell.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947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39227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Стандарт клининга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42702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Коридор каждую ночь одинаково чист. Доказательная база для аудита бренда.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7947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9227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WOW в отзывах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2702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«Робот привёз в номер» — бесплатный маркетинг на Booking и в соцсетях.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ЭКОНОМИКА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Как окупается: логика, не демо-цифры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ROI — после числа этажей, объёма room-service и графика клининга. Ниже логика.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Ночная смена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Самые дорогие часы закрывает робот. Человек — на нестандарт.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Больше заказов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Быстрый room-service = живое меню вместо молчаливого минибара.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FTE housekeeping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Клининг коридора и рейсы amenity возвращают людей в номер.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Тариф и бренд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Технологичный сервис — аргумент для высокого сегмента и корпоративов.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ВНЕДРЕНИЕ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4 шага: от лифта к смене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Аудит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Этажи, бренд лифта, Wi-Fi, ширина коридора, поток room-service.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91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Пилот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1 FlashBot + 1 этаж. 7–14 дней: время, ошибки, мнение гостя.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3291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Интеграция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Лифт, вызов/PMS, голос, бренд, регламент смен.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3291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4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Флот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F&amp;B-робот + клининг. ТО, гарантия, обучение новых смен.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БЕЗОПАСНОСТЬ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Рядом с гостем, чемоданом и ребёнком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25880"/>
            <a:ext cx="11338560" cy="498348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3D-зрение: чемодан, коляска, человек — остановка и объезд.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Закрытый отсек + код: чужой номер не откроет.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Сценарий лифта: двери, заполненность, совместная поездка с людьми.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Ночной режим: ниже скорость и звук, автозаряд.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Планировщик флота: без столкновений в лобби.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КОНКУРЕНТЫ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Почему эта линейка?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 FlashBot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81328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Лидер межэтажной логистики для отелей и бизнес-центров.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542032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79192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KEENON W3 / T9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43200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Shangri-La, Sheraton, Hilton — butler и доставка. Сценарии известны.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03904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41064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Bear Robotics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005072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Servi — ресторан/кухня. Дополнительный вариант для F&amp;B-зоны отеля.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065776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02936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STARLAB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266944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IT, сеть и AI плюс сервис в Узбекистане. Robotics Solutions Partner.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ПАКЕТ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Что вы получаете?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1 год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гарантия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4811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4811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7963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сервис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3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1295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STARLAB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475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475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627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бренд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560320"/>
            <a:ext cx="8595360" cy="3749039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74320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FlashBot Max (или подходящая модель) + зарядная станция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Карта этажей, проект лифта, навигация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Обучение ресепшен, F&amp;B и housekeeping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Сценарий гостя и бренд Robosant Hotel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1 год гарантии, локальное ТО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Масштаб: роботы зала, CC1 Pro, новые этажи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560320"/>
            <a:ext cx="2606040" cy="3749039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697480"/>
            <a:ext cx="1953553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8638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Следующий шаг — пилот на одном этаже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7863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Смотрим лифт и коридор, измеряем ночную смену одним роботом.</a:t>
            </a:r>
          </a:p>
        </p:txBody>
      </p:sp>
      <p:pic>
        <p:nvPicPr>
          <p:cNvPr id="7" name="Picture 6" descr="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65760"/>
            <a:ext cx="1310937" cy="2331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+998 71 200 19 99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info@starlab.uz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starlab.uz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Ташкент, Чиланзар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Запросите пилот и коммерческое предложение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