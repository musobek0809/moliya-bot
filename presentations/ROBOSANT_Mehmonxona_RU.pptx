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ПРОДАЮЩАЯ ПРЕЗЕНТАЦИЯ ДЛЯ ГОСТИНИЦ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Доставка в номер, лифт, room-service 24/7 и уборка коридоров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789920" cy="64008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424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Мы не обычный импортёр. Мы — Robotics Solutions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7899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«Вы тестируете технологию на своём объекте и видите реальную пользу для отеля.»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    ·    Robotics Solutions Partner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РЫНОК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Где отель теряет деньги и отзывы?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Ночной bell-boy, медленный room-service и неровный клининг бьют по повторному заезду.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Медленный room-service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Гость ждёт 20–40 минут. Повторный заказ и оценка на Booking падают.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Лифты и этажи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Персонал бегает по этажам. На пике (заезд, банкет, конференция) людей не хватает.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Дорогая ночь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 03:00 вода, плед, amenity — вызывать человека дорого, отказать ещё дороже.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Нет WOW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Гость 5* ждёт технологию и приватность. У конкурента робот есть — у вас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ПОДХОД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Почему STARLAB — партнёр отеля?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Лифт, СКУД, F&amp;B и housekeeping — в одном проекте внедрения.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Пилот на объекте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Карту и лифт обкатываем на живом здании. Вам — рабочий сценарий, не шоу.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Работа с зданием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Лифт (KONE, OTIS и др.), турникеты, карта этажей — проектная интеграция.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Локальный сервис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Установка в Узбекистане, гарантия, ЗИП, поддержка 24/7.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Hotel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Бренд для гостя: закрытая доставка, голос, экран, доверие ночью.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ЛИНЕЙКА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Семейство роботов для гостиницы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Межэтажная логистика, F&amp;B, встреча и клининг — один флот.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FlashBot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Приватная доставка в номер
Закрытый отсек · лифт
VSLAM+ · 40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87055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7055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96783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BellaBot / PuduBot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6783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 и lobby F&amp;B
Открытые полки
Зал и бар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8351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8351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8079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8079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Ресепшен и акции
Экран 18,5"
Сопровождение гостя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9647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9647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9375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Butler типа W3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9375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 отсека, двойной цикл
Amenity и бельё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50943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50943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0671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671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Коридор и лобби
Клининг 4-в-1
Ночная смена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FlashBot Max — до двери номера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PUDU FlashBot Max: этажи, лифт и полуоткрытые зоны (бассейн, сад).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6675120" cy="50749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6304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Закрытые отсеки: 2–4, настраиваемые; ~10 кг на уровень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IoT: лифт и турникет без рук персонала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Облачный лифт: часто без врезки в шахту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VSLAM+ + LiDAR: лобби, коридор, полуоткрытый проход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Приватная выдача: гость открывает кодом / приложением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Скорость 0,5–1,2 м/с, габарит ~538 × 534 × 1052 мм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24/7: вода, amenity, еда, документы, бельё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Флот: ресепшен, F&amp;B и housekeeping вместе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Габарит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691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538 × 534 × 1052 мм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Вес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863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≈ 60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Нагрузка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10 кг / уровень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Отсеки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863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2–4, настраиваемые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Навигация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VSLAM+ / LiDAR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Скорость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0,5–1,2 м/с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Лифт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IoT / облако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Зона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внутри + полуоткрыто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F&amp;B и ресепшен: BellaBot, PuduBot 2, KettyBot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BellaBot / PuduBot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 отеля, lobby-bar, кофе-брейк конференции. 40 кг, 4 полки. Еда гостям и участникам — официант остаётся на банкете.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Встречает у ресепшен, показывает путь, на экране SPA, ресторан, upsell. В узком лобби достаточно 52–55 см.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Housekeeping: CC1 Pro и грузовые сценарии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 — стандарт коридора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Подмет, мойка, вакуум, протирка. 3D-зрение обходит чемоданы и гостей. График ночью, автозаряд. Коридор одинаково чистый к утру.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Amenity и груз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FlashBot / butler: полотенца, халат, минибар, бельё. Складские платформы — back-of-house. Меньше тележек housekeeping в гостевой зоне.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СРАВНЕНИЕ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Какой робот в какую зону?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9202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49047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325880"/>
            <a:ext cx="23317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0864" y="149047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Зона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325880"/>
            <a:ext cx="155448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49047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Нагрузка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28600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49047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Приватность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1325880"/>
            <a:ext cx="16916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3064" y="149047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Лифт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1325880"/>
            <a:ext cx="16459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04704" y="149047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Смена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39112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203704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FlashBot Max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039112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864" y="2203704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Номер, этажи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2039112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2584" y="2203704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039112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2203704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закрытый отсек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039112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13064" y="2203704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да, IoT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2039112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04704" y="2203704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24/7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75234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" y="2916936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BellaBot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752344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40864" y="2916936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 / lobby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2752344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72584" y="2916936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7523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7064" y="2916936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открытые полки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752344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13064" y="2916936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не обязательно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0" y="2752344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4704" y="2916936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13+ 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65576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3630168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0" y="3465576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0864" y="3630168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Ресепшен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3465576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72584" y="3630168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30 кг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465576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27064" y="3630168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экран + полки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3465576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064" y="3630168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 задаче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49840" y="3465576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04704" y="3630168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8–12 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178808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" y="43434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Butler W3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4178808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4343400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Amenity / бельё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4178808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2584" y="434340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высокая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2200" y="4178808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27064" y="43434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 отсека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4178808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13064" y="4343400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149840" y="4178808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04704" y="4343400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длинная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892040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505663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86000" y="4892040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40864" y="505663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Коридор / лобби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4892040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72584" y="505663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клининг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892040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27064" y="505663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58200" y="4892040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13064" y="505663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 задаче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9840" y="4892040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204704" y="505663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9 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ВЫГОДА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Что получает гостиница?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Room-service 24/7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Ночная вода и amenity без вызова человека. Растут отзывы и повторный заезд.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Приватность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Закрытый отсек: минибар, документы, аптека. У двери нет лишних глаз.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Разгрузка лифтов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Bell-boy не застревает в шахте. На заезде фронт-офис дышит.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Маржа F&amp;B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 пике робот развозит, официант работает с VIP и upsell.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Стандарт клининга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Коридор каждую ночь одинаково чист. Доказательная база для аудита бренда.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WOW в отзывах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«Робот привёз в номер» — бесплатный маркетинг на Booking и в соцсетях.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ЭКОНОМИКА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Как окупается: логика, не демо-цифры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ROI — после числа этажей, объёма room-service и графика клининга. Ниже логика.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Ночная смена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Самые дорогие часы закрывает робот. Человек — на нестандарт.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Больше заказов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Быстрый room-service = живое меню вместо молчаливого минибара.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FTE housekeeping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Клининг коридора и рейсы amenity возвращают людей в номер.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Тариф и бренд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Технологичный сервис — аргумент для высокого сегмента и корпоративов.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ВНЕДРЕНИЕ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 шага: от лифта к смене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Аудит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Этажи, бренд лифта, Wi-Fi, ширина коридора, поток room-service.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 FlashBot + 1 этаж. 7–14 дней: время, ошибки, мнение гостя.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6168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Интеграция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Лифт, вызов/PMS, голос, бренд, регламент смен.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Флот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F&amp;B-робот + клининг. ТО, гарантия, обучение новых смен.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Рядом с гостем, чемоданом и ребёнком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11338560" cy="498348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3D-зрение: чемодан, коляска, человек — остановка и объезд.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Закрытый отсек + код: чужой номер не откроет.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Сценарий лифта: двери, заполненность, совместная поездка с людьми.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Ночной режим: ниже скорость и звук, автозаряд.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Планировщик флота: без столкновений в лобби.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КОНКУРЕНТЫ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Почему эта линейка?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 FlashBot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81328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Лидер межэтажной логистики для отелей и бизнес-центров.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42032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79192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KEENON W3 / T9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43200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Shangri-La, Sheraton, Hilton — butler и доставка. Сценарии известны.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803904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41064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Bear Robotics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005072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Servi — ресторан/кухня. Дополнительный вариант для F&amp;B-зоны отеля.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65776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02936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266944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IT, сеть и AI плюс сервис в Узбекистане. Robotics Solutions Partner.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Что вы получаете?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 год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гарантия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811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4811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24/7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963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сервис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143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3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295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1475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475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627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бренд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60320"/>
            <a:ext cx="11338560" cy="3749039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7889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FlashBot Max (или подходящая модель) + зарядная станция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Карта этажей, проект лифта, навигация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Обучение ресепшен, F&amp;B и housekeeping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Сценарий гостя и бренд Robosant Hotel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1 год гарантии, локальное ТО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Масштаб: роботы зала, CC1 Pro, новые этажи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Следующий шаг — пилот на одном этаже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Смотрим лифт и коридор, измеряем ночную смену одним роботом.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+998 71 200 19 99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info@starlab.uz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starlab.uz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Ташкент, Чиланзар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Запросите пилот и коммерческое предложение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